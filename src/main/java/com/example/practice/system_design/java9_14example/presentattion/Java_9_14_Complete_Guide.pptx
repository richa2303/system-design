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0" y="36576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☕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035040" y="27432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– 14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0" y="3154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Feature Guide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9–14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Guide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11480" y="3108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Introduced  ·  Best Practices  ·  Pitfalls  ·  Examples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703320"/>
            <a:ext cx="1170432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7033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09928" y="3703320"/>
            <a:ext cx="117043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9928" y="37033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08376" y="3703320"/>
            <a:ext cx="1170432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37033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06824" y="3703320"/>
            <a:ext cx="1170432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06824" y="37033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087368"/>
            <a:ext cx="1170432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08736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09928" y="4087368"/>
            <a:ext cx="1170432" cy="274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09928" y="408736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08376" y="4087368"/>
            <a:ext cx="1170432" cy="2743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08376" y="408736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000000"/>
                </a:solidFill>
              </a:rPr>
              <a:t>🔤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2743200" y="3474720"/>
            <a:ext cx="3657600" cy="6858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474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4709160"/>
            <a:ext cx="274320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4 Slides: Why · DOs · DON'Ts · Example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109728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44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0934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forced writing the full generic type twice on every variable. A simple HashMap required repeating HashMap&lt;String, List&lt;Integer&gt;&gt; on both sides — pure noise. Inspired by Kotlin, Scala, and C#, Java 10 introduced var to eliminate boilerplate while keeping full compile-time type safety.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24942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" y="2340864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340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2359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816352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complex generics like HashMap&lt;String,List&lt;Integer&gt;&gt; was tedious and added no value.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90872" y="224942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40864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40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359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friction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2816352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adopted Kotlin/Scala partly because of cleaner local variable syntax.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602736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" y="3694176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37124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runtime cost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16966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is inferred at compile time — NOT dynamic typing. Zero performance impact.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90872" y="3602736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94176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7124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416966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ceremony means the reader focuses on the logic, not the type declaration.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 clear initializers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170078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is obvious from RHS — var is ideal here.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1362456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1389888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list = List.of("a","b","c");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194560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6112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 for-each loops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" y="25968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repeating the full Map.Entry&lt;K,V&gt; type.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2258568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2286000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(var entry : map.entrySet()) { }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090672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6112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 try-with-resources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34930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resource declarations concise.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51960" y="3154680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3182112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(var conn = ds.getConnection())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3986784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6112" y="4059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 complex generics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" y="4389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repeated generic noise cleanly.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51960" y="4050792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4078224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 = new HashMap&lt;String,List&lt;Integer&gt;&gt;();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C0519"/>
          </a:solidFill>
          <a:ln w="12700">
            <a:solidFill>
              <a:srgbClr val="4C05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E11D48">
              <a:alpha val="12000"/>
            </a:srgbClr>
          </a:solidFill>
          <a:ln w="12700">
            <a:solidFill>
              <a:srgbClr val="E11D4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initializer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170078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needs something to infer from.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1362456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1389888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x;   // ❌ won't compile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194560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6112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null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" y="25968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has no type — compiler can't infer.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2258568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2286000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null;   // ❌ no type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090672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6112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or parameters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34930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is strictly for local variables only.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51960" y="3154680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3182112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var name = "x";   // ❌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3986784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6112" y="4059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return types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" y="4389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return type isn't obvious, spell it out.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51960" y="4050792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4078224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compute();   // unclear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4160520" cy="35478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4160520" cy="3657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2984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1700784"/>
            <a:ext cx="4069080" cy="3090672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773936"/>
            <a:ext cx="386791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 Java 10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HashMap&lt;String, List&lt;Integer&gt;&gt; map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HashMap&lt;String,List&lt;Integer&gt;&gt;();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(Map.Entry&lt;String,Integer&gt; entry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map.entrySet())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key  = entry.getKey();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Integer val = entry.getValue();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407408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54880" y="1298448"/>
            <a:ext cx="4160520" cy="354787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298448"/>
            <a:ext cx="4160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2984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700784"/>
            <a:ext cx="4069080" cy="3090672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773936"/>
            <a:ext cx="386791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10 — var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map = new HashMap&lt;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String, List&lt;Integer&gt;&gt;();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(var entry : map.entrySet())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key = entry.getKey();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val = entry.getValue();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try-with-resources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(var conn = ds.getConnection();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var stmt = conn.prepareStatement(sql))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rs = stmt.executeQuery();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2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000000"/>
                </a:solidFill>
              </a:rPr>
              <a:t>📅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2743200" y="3474720"/>
            <a:ext cx="36576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474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 API Enhancements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4709160"/>
            <a:ext cx="27432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4 Slides: Why · DOs · DON'Ts · Example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 API Enhancements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109728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44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0934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java.util.Date and Calendar were mutable, not thread-safe, and poorly designed (months 0-indexed, years offset by 1900). Java 8 introduced java.time; Java 9 added datesUntil() for streaming date ranges and Java 11 added toEpochSecond() directly on LocalDate — filling the remaining gaps.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24942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" y="2340864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340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2359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Mutability bugs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816352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is mutable — passing it to a method could change it, causing real production bugs.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90872" y="224942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40864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40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359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safety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2816352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was not thread-safe, forcing defensive copies in concurrent code.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602736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" y="3694176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37124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API design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16966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were 0-indexed, years offset by 1900 — the most infamous Java API.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90872" y="3602736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94176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7124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utilities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416966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added datesUntil() for date ranges; Java 11 added toEpochSecond() on LocalDate.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 API Enhancements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LocalDate / LocalDateTime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170078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thread-safe, and clearly named.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1362456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1389888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 d = LocalDate.now();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194560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6112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DateTimeFormatter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" y="25968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Thread-safe; declare as static final for reuse.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2258568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2286000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LocalDate.parse("2024-01-15", FMT);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090672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6112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Duration / Period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34930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for date-based, Duration for time-based math.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51960" y="3154680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3182112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Duration.between(start, end).toMinutes()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3986784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6112" y="4059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ZonedDateTime for timezones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" y="4389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do timezone math manually.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51960" y="4050792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4078224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ZonedDateTime.now(ZoneId.of("Asia/Kolkata"))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C0519"/>
          </a:solidFill>
          <a:ln w="12700">
            <a:solidFill>
              <a:srgbClr val="4C05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E11D48">
              <a:alpha val="12000"/>
            </a:srgbClr>
          </a:solidFill>
          <a:ln w="12700">
            <a:solidFill>
              <a:srgbClr val="E11D4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 API Enhancements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new Date() or Calendar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170078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legacy APIs are thread-unsafe and confusing.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1362456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1389888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Date()   // ❌ mutable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194560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6112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SimpleDateFormat in threads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" y="25968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thread-safe — use DateTimeFormatter instead.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2258568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2286000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SimpleDateFormat(...)   // 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090672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6112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timezone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34930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LocalDateTime has no timezone — use ZonedDateTime.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51960" y="3154680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3182112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LocalDateTime.now()   // ❌ no zone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3986784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6112" y="4059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old and new APIs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" y="4389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API and stay consistent throughout.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51960" y="4050792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4078224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date.toInstant().atZone(...)   // messy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 API Enhancements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4160520" cy="35478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4160520" cy="3657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2984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1700784"/>
            <a:ext cx="4069080" cy="3090672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773936"/>
            <a:ext cx="386791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java.util.Date — messy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d = new Date();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Calendar cal = Calendar.getInstance();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cal.setTime(d);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cal.add(Calendar.DAY_OF_MONTH, 30);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0-indexed months trap!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cal.set(2024, 0, 15); // January=0 !!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 thread-safe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SimpleDateFormat sdf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SimpleDateFormat("yyyy-MM-dd");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407408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54880" y="1298448"/>
            <a:ext cx="4160520" cy="354787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298448"/>
            <a:ext cx="4160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2984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700784"/>
            <a:ext cx="4069080" cy="3090672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773936"/>
            <a:ext cx="386791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9+ — clean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 today = LocalDate.now();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 future = today.plusDays(30);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Stream a range (Java 9)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today.datesUntil(today.plusWeeks(1))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.forEach(System.out::println);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Epoch seconds (Java 11)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epoch = LocalDate.of(2024,1,15)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.toEpochSecond(LocalTime.MIDNIGHT,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ZoneOffset.UTC);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Thread-safe formatter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final DateTimeFormatter FMT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DateTimeFormatter.ofPattern("dd-MM-yyyy");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000000"/>
                </a:solidFill>
              </a:rPr>
              <a:t>🔡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2743200" y="3474720"/>
            <a:ext cx="36576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474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API &amp; Text Blocks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4709160"/>
            <a:ext cx="274320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🔡  4 Slides: Why · DOs · DON'Ts · Example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11/13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API &amp; Text Blocks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109728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44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0934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added Apache Commons or Guava as dependencies just for isBlank() and repeat(). trim() silently failed on Unicode whitespace. Embedding JSON/SQL/HTML needed escape sequences on every line, making code unreadable. Java 11 standardised missing methods; Java 13 added text blocks.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24942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" y="2340864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340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2359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bloat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816352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StringUtils.isBlank() from Apache Commons was everywhere — a JDK method should have existed.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90872" y="224942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40864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40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359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 was broken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2816352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 only removes ASCII ≤ U+0020 — silently fails on Unicode whitespace like em-spaces.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602736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" y="3694176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37124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string pain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16966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10-line SQL queries needed escaping every quote and + concatenation per line.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90872" y="3602736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94176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7124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convenience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416966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lines() gives a proper lazy Stream&lt;String&gt;; repeat() replaces verbose loop patterns.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11/13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API &amp; Text Blocks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strip() not trim()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170078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 is Unicode-aware — correct for all string content.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1362456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1389888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hello  ".strip()  // Unicode-safe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194560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6112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isBlank() for whitespace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" y="25968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isEmpty() returns false for whitespace-only strings.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2258568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2286000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".isBlank()  // true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090672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6112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text blocks for multi-line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34930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escaping needed — use for JSON, SQL, HTML, XML.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51960" y="3154680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3182112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sql = """SELECT * FROM u""";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3986784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6112" y="4059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lines() for streaming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" y="4389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\n, \r, \r\n correctly as a lazy stream.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51960" y="4050792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4078224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text.lines().filter(l -&gt; !l.isBlank())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C0519"/>
          </a:solidFill>
          <a:ln w="12700">
            <a:solidFill>
              <a:srgbClr val="4C05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11/13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E11D48">
              <a:alpha val="12000"/>
            </a:srgbClr>
          </a:solidFill>
          <a:ln w="12700">
            <a:solidFill>
              <a:srgbClr val="E11D4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API &amp; Text Blocks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trim() for Unicode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170078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 fails silently on non-ASCII whitespace.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1362456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1389888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"\u2003hi".trim()  // ❌ misses em-space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194560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6112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isEmpty() for blank checks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" y="25968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make it non-empty but blank — use isBlank().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2258568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2286000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".isEmpty()  // false 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090672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6112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multi-line with +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34930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and unreadable — use a text block instead.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51960" y="3154680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3182112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"&lt;html&gt;\n" + "  body";  // ❌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3986784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6112" y="4059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 closing triple-quote wrong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" y="4389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""" on own line controls indentation stripping.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51960" y="4050792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4078224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"""hello""";  // ❌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11/13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API &amp; Text Blocks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4160520" cy="35478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4160520" cy="3657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2984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1700784"/>
            <a:ext cx="4069080" cy="3090672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773936"/>
            <a:ext cx="386791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 Java 11/13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 == null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|| input.trim().isEmpty()) { 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json = "{\n" +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  \"name\": \"Alice\",\n" +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  \"age\": 30\n" +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"}";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Repeating — verbose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sep = "";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i=0;i&lt;40;i++) sep += "-";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407408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54880" y="1298448"/>
            <a:ext cx="4160520" cy="354787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298448"/>
            <a:ext cx="4160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2984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700784"/>
            <a:ext cx="4069080" cy="3090672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773936"/>
            <a:ext cx="386791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11/13 — clean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 == null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|| input.isBlank()) { 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text block (Java 13)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json = """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"Alice",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"age": 30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repeat()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sep = "-".repeat(40);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lines()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n = text.lines()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.filter(l -&gt; !l.isBlank()).count();</a:t>
            </a:r>
            <a:endParaRPr lang="en-US" sz="9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000000"/>
                </a:solidFill>
              </a:rPr>
              <a:t>🌐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2743200" y="3474720"/>
            <a:ext cx="365760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474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HTTP Client API  (JEP 321)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4709160"/>
            <a:ext cx="274320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4 Slides: Why · DOs · DON'Ts · Example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HTTP Client API  (JEP 321)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109728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44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0934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HttpURLConnection has been in Java since 1.1 (1997). It had no async support, no HTTP/2, and needed 25+ lines for a simple GET. Every serious Java project depended on OkHttp or Apache HttpClient instead. Java 11 ships a modern, built-in replacement that supports HTTP/2 and async out of the box.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24942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" y="2340864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340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2359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async support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816352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HttpURLConnection was sync-only — it blocked the calling thread for the entire request duration.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90872" y="224942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40864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40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359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HTTP/2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2816352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HTTP/2 multiplexing (multiple requests on one TCP connection) was completely unsupported.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602736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" y="3694176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37124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Terrible API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16966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GET needed 25+ lines: URL, cast, set method, read stream, close — painful boilerplate.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90872" y="3602736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94176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7124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dependency required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416966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had to add OkHttp or Apache HttpClient — a JDK should handle basic HTTP natively.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HTTP Client API  (JEP 321)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HttpClient instances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170078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manages a connection pool — one instance per app.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1362456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1389888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final HttpClient C = HttpClient.newHttpClient();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194560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6112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a timeout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" y="25968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timeout, a slow server blocks your thread forever.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2258568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2286000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.connectTimeout(Duration.ofSeconds(10))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090672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6112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sendAsync for non-blocking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34930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keeps threads free for I/O-heavy scenarios.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51960" y="3154680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3182112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client.sendAsync(req, BodyHandlers.ofString())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3986784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6112" y="4059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exceptions explicitly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" y="4389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chains silently swallow exceptions without this.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51960" y="4050792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4078224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.exceptionally(ex -&gt; { log(ex); return null; })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C0519"/>
          </a:solidFill>
          <a:ln w="12700">
            <a:solidFill>
              <a:srgbClr val="4C05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E11D48">
              <a:alpha val="12000"/>
            </a:srgbClr>
          </a:solidFill>
          <a:ln w="12700">
            <a:solidFill>
              <a:srgbClr val="E11D4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HTTP Client API  (JEP 321)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HttpURLConnection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170078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Sync-only, no HTTP/2, 25+ lines — fully superseded.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1362456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1389888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url = new URL(...); url.openConnection();  // 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194560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6112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client per request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" y="25968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thread pool + connection pool each time.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2258568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2286000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HttpClient() per call  // ❌ wasteful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090672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6112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timeout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34930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has no timeout — network hang = thread hang.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51960" y="3154680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3182112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HttpClient.newHttpClient()  // ❌ no timeout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3986784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6112" y="4059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async with .get()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" y="4389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get() blocks the current thread — no async benefit.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51960" y="4050792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4078224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.sendAsync(...).get()  // ❌ defeats async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HTTP Client API  (JEP 321)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4160520" cy="35478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4160520" cy="3657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2984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1700784"/>
            <a:ext cx="4069080" cy="3090672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773936"/>
            <a:ext cx="386791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HttpURLConnection — 25+ lines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url = new URL("https://api.example.com");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HttpURLConnection conn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(HttpURLConnection) url.openConnection();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conn.setRequestMethod("GET");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conn.setRequestProperty("Accept","application/json");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conn.setConnectTimeout(10000);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status = conn.getResponseCode();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BufferedReader br = new BufferedReader(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InputStreamReader(conn.getInputStream()));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StringBuilder sb = new StringBuilder();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line;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while((line=br.readLine())!=null) sb.append(line);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br.close();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407408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54880" y="1298448"/>
            <a:ext cx="4160520" cy="354787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298448"/>
            <a:ext cx="4160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2984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700784"/>
            <a:ext cx="4069080" cy="3090672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773936"/>
            <a:ext cx="386791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11 — HttpClient (sync)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final HttpClient CLIENT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HttpClient.newBuilder()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.connectTimeout(Duration.ofSeconds(10))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HttpRequest req = HttpRequest.newBuilder()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.uri(URI.create("https://api.example.com"))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.header("Accept","application/json")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.GET().build();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 = CLIENT.send(req, BodyHandlers.ofString());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System.out.println(res.statusCode()); // 200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Async — non-blocking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CLIENT.sendAsync(req, BodyHandlers.ofString())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.thenApply(HttpResponse::body)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.thenAccept(System.out::println)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.exceptionally(ex -&gt; { log(ex); return null; });</a:t>
            </a:r>
            <a:endParaRPr lang="en-US" sz="9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000000"/>
                </a:solidFill>
              </a:rPr>
              <a:t>🗂️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2743200" y="3474720"/>
            <a:ext cx="3657600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474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Factory Methods  (JEP 269)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4709160"/>
            <a:ext cx="274320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4 Slides: Why · DOs · DON'Ts · Example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Factory Methods  (JEP 269)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109728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44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0934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small read-only list took 5–10 lines: instantiate ArrayList, add each element, then wrap with Collections.unmodifiableList(). Forgetting that last step left an accidentally-mutable list. Groovy, Kotlin, and Python had one-liner collection literals. Java 9 brings the same simplicity.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24942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" y="2340864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340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2359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boilerplate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816352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3-item read-only list needed 5 lines: new ArrayList, three add(), and unmodifiableList().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90872" y="224942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40864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40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359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forget immutability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2816352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often forgot the unmodifiableList() wrap — the collection was secretly mutable.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602736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" y="3694176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37124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Arrays.asList() was misleading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16966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returned a fixed-size but partially mutable list — set() worked, add()/remove() threw.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90872" y="3602736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94176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7124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ambiguity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416966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factories throw NullPointerException immediately — making null bugs obvious.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Factory Methods  (JEP 269)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List.of() for fixed lists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170078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null-safe, compact — right default for any fixed list.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1362456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1389888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r = List.of("admin","user");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194560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6112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Map.of() for small maps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" y="25968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cleanly for up to 10 key-value pairs.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2258568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2286000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Map.of("OK",200,"ERR",500)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090672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6112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Map.ofEntries() for larger maps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34930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more than 10 entries — scales without the 10-arg limit.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51960" y="3154680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3182112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Map.ofEntries(Map.entry("a",1),...)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3986784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6112" y="4059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List.copyOf() for defensive copies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" y="4389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snapshot — protects from external mutation.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51960" y="4050792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4078224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s = List.copyOf(incoming);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C0519"/>
          </a:solidFill>
          <a:ln w="12700">
            <a:solidFill>
              <a:srgbClr val="4C05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E11D48">
              <a:alpha val="12000"/>
            </a:srgbClr>
          </a:solidFill>
          <a:ln w="12700">
            <a:solidFill>
              <a:srgbClr val="E11D4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Factory Methods  (JEP 269)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 a factory collection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170078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collections are strictly immutable at runtime.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1362456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1389888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List.of("a").add("b");  // ❌ throws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194560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6112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null elements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" y="25968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ArrayList, factory collections reject null values.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2258568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2286000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List.of("a", null);  // ❌ NPE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090672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6112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Map.of() beyond 10 entries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34930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Map.of() only supports up to 10 key-value pairs.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51960" y="3154680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3182112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Map.of(k1,v1,...,k11,v11)  // ❌ no overload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3986784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6112" y="4059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Set.of() ordering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" y="4389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Set.of() does not preserve insertion order — never rely on it.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51960" y="4050792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4078224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Set.of(1,2,3)  // ❌ order not guaranteed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Factory Methods  (JEP 269)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4160520" cy="35478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4160520" cy="3657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2984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1700784"/>
            <a:ext cx="4069080" cy="3090672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773936"/>
            <a:ext cx="386791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 Java 9 — verbose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roles = new ArrayList&lt;&gt;();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roles.add("admin");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roles.add("user");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roles.add("viewer");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 = Collections.unmodifiableList(roles);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Forgetting unmodifiable = silent bug!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Map&lt;String,Integer&gt; codes = new HashMap&lt;&gt;();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codes.put("OK",    200);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codes.put("ERROR", 500);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 = Collections.unmodifiableMap(codes);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407408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54880" y="1298448"/>
            <a:ext cx="4160520" cy="354787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298448"/>
            <a:ext cx="4160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2984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700784"/>
            <a:ext cx="4069080" cy="3090672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773936"/>
            <a:ext cx="386791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9 — one liners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roles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List.of("admin","user","viewer");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Map&lt;String,Integer&gt; codes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Map.of("OK",200,"ERROR",500);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Set&lt;String&gt; methods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Set.of("GET","POST","PUT","DELETE");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More than 10 entries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Map&lt;String,Integer&gt; big = Map.ofEntries(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Map.entry("a",1), Map.entry("b",2));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10 — defensive copy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safe = List.copyOf(mutableList);</a:t>
            </a:r>
            <a:endParaRPr lang="en-US" sz="9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000000"/>
                </a:solidFill>
              </a:rPr>
              <a:t>⚙️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2743200" y="3474720"/>
            <a:ext cx="3657600" cy="6858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474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&amp; Thread Improvements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4709160"/>
            <a:ext cx="2743200" cy="274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4 Slides: Why · DOs · DON'Ts · Example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&amp; Thread Improvements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109728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44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0934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8's CompletableFuture was powerful but incomplete — no built-in timeout, no fallback on timeout. Developers manually scheduled ScheduledExecutorService tasks to cancel futures. Thread.onSpinWait() was added to hint busy-spin loops. The Flow API (JEP 266) standardised reactive streams with backpressure.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24942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" y="2340864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340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2359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future timeout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816352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had no way to cancel a future after a time limit — required a separate scheduler workaround.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90872" y="224942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40864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40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359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fallback on timeout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2816352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no clean way to return a default value when an async call exceeded a time limit.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602736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" y="3694176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37124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Spin-loop inefficiency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16966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busy-spin loops wasted CPU. onSpinWait() signals PAUSE instructions on x86 hardware.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90872" y="3602736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94176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7124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streams gap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416966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API (JEP 266) provided standard Publisher/Subscriber interfaces for reactive interoperability.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&amp; Thread Improvements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orTimeout() on all futures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170078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a timeout — futures can hang indefinitely.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1362456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1389888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future.orTimeout(5, TimeUnit.SECONDS)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194560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6112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completeOnTimeout() for fallbacks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" y="25968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safe fallback instead of throwing TimeoutException.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2258568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2286000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future.completeOnTimeout("default", 3, SECONDS)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090672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6112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exceptionally() always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34930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pipelines silently swallow exceptions without this.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51960" y="3154680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3182112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.exceptionally(ex -&gt; { log(ex); return fb; })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3986784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6112" y="4059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Thread.onSpinWait() in loops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" y="4389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to CPU to pause — reduces power vs empty loop.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51960" y="4050792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4078224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(!ready) { Thread.onSpinWait(); }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C0519"/>
          </a:solidFill>
          <a:ln w="12700">
            <a:solidFill>
              <a:srgbClr val="4C05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E11D48">
              <a:alpha val="12000"/>
            </a:srgbClr>
          </a:solidFill>
          <a:ln w="12700">
            <a:solidFill>
              <a:srgbClr val="E11D4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&amp; Thread Improvements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future.get() without timeout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170078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the calling thread indefinitely if the future stalls.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1362456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1389888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future.get();  // ❌ blocks forever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194560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6112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async chains with .join()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" y="25968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join() in a reactive chain collapses async back to sync.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2258568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2286000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.sendAsync(...).join()  // ❌ defeats async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090672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6112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exceptionally() handler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34930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any exception in the chain is silently lost.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51960" y="3154680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3182112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future.thenApply(v -&gt; process(v));  // ❌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3986784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6112" y="4059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empty busy-spin loops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" y="4389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loop hammers the CPU — always use onSpinWait().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51960" y="4050792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4078224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(!flag) {}  // ❌ wastes CPU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&amp; Thread Improvements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4160520" cy="35478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4160520" cy="3657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2984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1700784"/>
            <a:ext cx="4069080" cy="3090672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773936"/>
            <a:ext cx="386791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 Java 9 — no timeout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CompletableFuture&lt;String&gt; f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CompletableFuture.supplyAsync(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() -&gt; fetchUser(1), executor);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Manual timeout hack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ScheduledExecutorService sched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Executors.newScheduledThreadPool(1);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sched.schedule(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() -&gt; f.completeExceptionally(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TimeoutException()),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5, SECONDS);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Risky blocking call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result = f.get();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407408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54880" y="1298448"/>
            <a:ext cx="4160520" cy="354787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298448"/>
            <a:ext cx="4160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2984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700784"/>
            <a:ext cx="4069080" cy="3090672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773936"/>
            <a:ext cx="386791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9 — built-in timeout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CompletableFuture&lt;String&gt; f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CompletableFuture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.supplyAsync(() -&gt; fetchUser(1))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.orTimeout(5, TimeUnit.SECONDS);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Fallback on timeout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CompletableFuture&lt;String&gt; safe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CompletableFuture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.supplyAsync(() -&gt; fetchUser(1))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.completeOnTimeout("guest", 3, SECONDS)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.exceptionally(ex -&gt;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log(ex.getMessage());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"error";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Thread spin hint (Java 9)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(!dataReady)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Thread.onSpinWait();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000000"/>
                </a:solidFill>
              </a:rPr>
              <a:t>🔀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2743200" y="3474720"/>
            <a:ext cx="3657600" cy="6858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474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Expressions  (preview Java 12 → standard Java 14)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4709160"/>
            <a:ext cx="2743200" cy="2743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4 Slides: Why · DOs · DON'Ts · Example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12→14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Expressions  (preview Java 12 → standard Java 14)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109728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44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0934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traditional switch statement had two chronic problems since Java 1.0: (1) Fall-through by default — forgetting a break silently executes the next case, a notoriously common bug. (2) Statement-only — you couldn't assign a switch result directly. Java 12 previewed the fix; Java 14 standardised it.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24942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" y="2340864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340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2359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Fall-through is error-prone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816352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switch falls to the next case if break is missing — a frequent silent bug in production code.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90872" y="224942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40864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40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359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expression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2816352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switch couldn't return a value — required a separate variable declared before the switch block.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602736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" y="3694176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37124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Multi-case was noisy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16966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MON: case TUE: break — listing each case separately was verbose and error-prone.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90872" y="3602736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94176"/>
            <a:ext cx="438912" cy="43891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7124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for block arms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416966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13 added yield to cleanly return a value from a multi-statement switch arm.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12→14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Expressions  (preview Java 12 → standard Java 14)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arrow form — no break needed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170078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cases have no fall-through — self-contained and safe.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1362456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1389888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MON, FRI -&gt; "Work day";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194560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6112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result directly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" y="25968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expressions return a value — assign it inline.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2258568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2286000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switch(status) { ... };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090672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6112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cases with commas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34930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values sharing a result belong in one arm.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51960" y="3154680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3182112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MON, WED, FRI -&gt; "Work day";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3986784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✔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6112" y="4059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yield for block arms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" y="4389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multiple statements, yield produces the value.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51960" y="4050792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4078224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-&gt; { log(x); yield -1; }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C0519"/>
          </a:solidFill>
          <a:ln w="12700">
            <a:solidFill>
              <a:srgbClr val="4C05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12→14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E11D48">
              <a:alpha val="12000"/>
            </a:srgbClr>
          </a:solidFill>
          <a:ln w="12700">
            <a:solidFill>
              <a:srgbClr val="E11D4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Expressions  (preview Java 12 → standard Java 14)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98448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old colon form in new code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170078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 form has fall-through — arrow syntax is always safer.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1362456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1389888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A: result = 1; break;  // 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194560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9456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6112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 default on non-exhaustive switch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" y="25968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default, non-exhaustive switch is a compile error.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2258568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2286000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switch(s) { case A -&gt; 1; }  // 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090672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090672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6112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return inside a switch arm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34930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exits the method — use yield to produce the arm value.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51960" y="3154680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3182112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A -&gt; { return 5; }  // ❌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3986784"/>
            <a:ext cx="8686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986784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✘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6112" y="4059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arrow and colon arms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" y="4389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mix arrow and colon in the same switch — pick one.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51960" y="4050792"/>
            <a:ext cx="455371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4078224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A -&gt; 1; case B: yield 2;  // ❌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12→14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68680"/>
            <a:ext cx="9144000" cy="3200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Expressions  (preview Java 12 → standard Java 14)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4160520" cy="35478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4160520" cy="3657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2984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1700784"/>
            <a:ext cx="4069080" cy="3090672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773936"/>
            <a:ext cx="386791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 Java 12 — fall-through trap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days;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(month)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JANUARY: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MARCH:   days = 31; break;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FEBRUARY: days = 28; break;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default:       days = 30;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label;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(status)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"NEW":    label = "Created"; break;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"ACTIVE": label = "Running"; break;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default:       label = "Unknown";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407408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54880" y="1298448"/>
            <a:ext cx="4160520" cy="354787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298448"/>
            <a:ext cx="4160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2984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700784"/>
            <a:ext cx="4069080" cy="3090672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773936"/>
            <a:ext cx="386791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12–14 — switch expression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days = switch (month)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JANUARY, MARCH  -&gt; 31;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FEBRUARY        -&gt; 28;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             -&gt; 30;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label = switch (status)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"NEW"    -&gt; "Created";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"ACTIVE" -&gt; "Running";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      -&gt; "Unknown";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yield for block arm (Java 13)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desc = switch (code)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200 -&gt; "OK";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 -&gt;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log("code: " + code);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"Unknown";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8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Java 9–14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Introduced  ·  Best Practices  ·  Pitfalls  ·  Examples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1168" y="1207008"/>
            <a:ext cx="2084832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207008"/>
            <a:ext cx="208483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29844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1168" y="1755648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" y="202996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223113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inference for locals. Reduces verbosity. Compile-time safe.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14016" y="1207008"/>
            <a:ext cx="2084832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14016" y="1207008"/>
            <a:ext cx="20848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14016" y="129844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14016" y="1755648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14016" y="202996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05456" y="223113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datesUntil(), toEpochSecond(). Prefer LocalDate over Date.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1207008"/>
            <a:ext cx="2084832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207008"/>
            <a:ext cx="208483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29844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🔡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26864" y="1755648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26864" y="202996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11/13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18304" y="223113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strip(), isBlank(), repeat(), lines(). Text blocks for multiline.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39712" y="1207008"/>
            <a:ext cx="2084832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39712" y="1207008"/>
            <a:ext cx="208483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129844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839712" y="1755648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39712" y="202996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31152" y="223113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&amp; async, HTTP/2. Replaces HttpURLConnection.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1168" y="3081528"/>
            <a:ext cx="2084832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" y="3081528"/>
            <a:ext cx="2084832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317296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🗂️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01168" y="3630168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01168" y="390448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2608" y="410565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List.of(), Set.of(), Map.of(). Immutable one-liners.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14016" y="3081528"/>
            <a:ext cx="2084832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14016" y="3081528"/>
            <a:ext cx="2084832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14016" y="317296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2414016" y="3630168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414016" y="390448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505456" y="410565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orTimeout(), completeOnTimeout(), onSpinWait().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26864" y="3081528"/>
            <a:ext cx="2084832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26864" y="3081528"/>
            <a:ext cx="2084832" cy="5486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26864" y="317296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🔀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4626864" y="3630168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626864" y="390448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12–14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18304" y="410565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form, yield.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9–14 Features: Complete Guide</dc:title>
  <dc:subject>PptxGenJS Presentation</dc:subject>
  <dc:creator>PptxGenJS</dc:creator>
  <cp:lastModifiedBy>PptxGenJS</cp:lastModifiedBy>
  <cp:revision>1</cp:revision>
  <dcterms:created xsi:type="dcterms:W3CDTF">2026-05-25T06:13:02Z</dcterms:created>
  <dcterms:modified xsi:type="dcterms:W3CDTF">2026-05-25T06:13:02Z</dcterms:modified>
</cp:coreProperties>
</file>